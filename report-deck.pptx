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allwayswireless.com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(84/100)  ·  8 findings  ·  4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the product-to-cart-to-checkout path, but it is bleeding value because the cart page is a dead end with no cart contents or checkout button, and product pages show a placeholder price of $1, making it impossible for users to make a purchase decision.</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1.7–7.4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4 of 6 standard security headers are absent, which weakens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so a first-time visitor has nothing to offset purchase</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C0392B"/>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Cart page dead end</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cart page shows only navigation with no cart contents or checkout button, preventing users from advancing to purchas</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C0392B"/>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Placeholder price on product</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product page displays a placeholder price of $1, making the purchase decision impossible and undermining trust in pr</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No shipping or fee disclosure</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Across crawled pages, no shipping costs, taxes, or other fees are mentioned, so visitors cannot anticipate total cost un</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Missing trust signals above fold</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High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so a first-time visitor has nothing to offset purchase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CSP,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4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3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Cart page dead end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"[Skip to Content](https://www.allwayswireless.com/shop/cart#wrap) [![All Ways Wireless](https://www.allwayswireless.com/web/image/website/1/logo/All%20Ways%20Wireless?unique=4ee3d20)](https://www.allw"</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cart page is a dead end with no cart contents, checkout button, or next-step guidance, preventing users from advancing to purchase.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4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Placeholder price on product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"Prices shown on the page: $ 1 $ 1 $ 1"</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product page displays a placeholder price of $1, making the purchase decision impossible and undermining trust in pricing accuracy.</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shipping or fee disclosure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 section heading reads “Shop our Featured 5G Routers”."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Across crawled pages, no shipping costs, taxes, or other fees are mentioned, so visitors cannot anticipate total cost until later in the purchase process.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Cart page dead end</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Placeholder price on product</a:t>
            </a:r>
          </a:p>
        </p:txBody>
      </p:sp>
      <p:sp>
        <p:nvSpPr>
          <p:cNvPr id="6" name="TextBox 5"/>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7" name="TextBox 6"/>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Images missing alternative text</a:t>
            </a:r>
          </a:p>
        </p:txBody>
      </p:sp>
      <p:sp>
        <p:nvSpPr>
          <p:cNvPr id="8" name="TextBox 7"/>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9" name="TextBox 8"/>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0" name="TextBox 9"/>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1" name="TextBox 10"/>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No shipping or fee disclosure</a:t>
            </a:r>
          </a:p>
        </p:txBody>
      </p:sp>
      <p:sp>
        <p:nvSpPr>
          <p:cNvPr id="12" name="TextBox 11"/>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3" name="TextBox 12"/>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fold</a:t>
            </a:r>
          </a:p>
        </p:txBody>
      </p:sp>
      <p:sp>
        <p:nvSpPr>
          <p:cNvPr id="14" name="TextBox 13"/>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Competing CTAs on product pages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